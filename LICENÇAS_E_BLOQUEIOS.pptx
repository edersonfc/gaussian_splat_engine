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5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01952-9F69-47D5-BE44-057BA7817DA1}" type="datetimeFigureOut">
              <a:rPr lang="pt-BR" smtClean="0"/>
              <a:t>04/05/2021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91072-FF55-4283-99A7-CBF8A405B8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6807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01952-9F69-47D5-BE44-057BA7817DA1}" type="datetimeFigureOut">
              <a:rPr lang="pt-BR" smtClean="0"/>
              <a:t>04/05/2021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91072-FF55-4283-99A7-CBF8A405B8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5998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01952-9F69-47D5-BE44-057BA7817DA1}" type="datetimeFigureOut">
              <a:rPr lang="pt-BR" smtClean="0"/>
              <a:t>04/05/2021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91072-FF55-4283-99A7-CBF8A405B8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7648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01952-9F69-47D5-BE44-057BA7817DA1}" type="datetimeFigureOut">
              <a:rPr lang="pt-BR" smtClean="0"/>
              <a:t>04/05/2021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91072-FF55-4283-99A7-CBF8A405B8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034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01952-9F69-47D5-BE44-057BA7817DA1}" type="datetimeFigureOut">
              <a:rPr lang="pt-BR" smtClean="0"/>
              <a:t>04/05/2021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91072-FF55-4283-99A7-CBF8A405B8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312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01952-9F69-47D5-BE44-057BA7817DA1}" type="datetimeFigureOut">
              <a:rPr lang="pt-BR" smtClean="0"/>
              <a:t>04/05/2021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91072-FF55-4283-99A7-CBF8A405B8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0709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01952-9F69-47D5-BE44-057BA7817DA1}" type="datetimeFigureOut">
              <a:rPr lang="pt-BR" smtClean="0"/>
              <a:t>04/05/2021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91072-FF55-4283-99A7-CBF8A405B8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3528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01952-9F69-47D5-BE44-057BA7817DA1}" type="datetimeFigureOut">
              <a:rPr lang="pt-BR" smtClean="0"/>
              <a:t>04/05/2021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91072-FF55-4283-99A7-CBF8A405B8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1182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01952-9F69-47D5-BE44-057BA7817DA1}" type="datetimeFigureOut">
              <a:rPr lang="pt-BR" smtClean="0"/>
              <a:t>04/05/2021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91072-FF55-4283-99A7-CBF8A405B8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1838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01952-9F69-47D5-BE44-057BA7817DA1}" type="datetimeFigureOut">
              <a:rPr lang="pt-BR" smtClean="0"/>
              <a:t>04/05/2021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91072-FF55-4283-99A7-CBF8A405B8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8152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01952-9F69-47D5-BE44-057BA7817DA1}" type="datetimeFigureOut">
              <a:rPr lang="pt-BR" smtClean="0"/>
              <a:t>04/05/2021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91072-FF55-4283-99A7-CBF8A405B8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6424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501952-9F69-47D5-BE44-057BA7817DA1}" type="datetimeFigureOut">
              <a:rPr lang="pt-BR" smtClean="0"/>
              <a:t>04/05/2021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E91072-FF55-4283-99A7-CBF8A405B8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431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ipse 4"/>
          <p:cNvSpPr/>
          <p:nvPr/>
        </p:nvSpPr>
        <p:spPr>
          <a:xfrm>
            <a:off x="9590150" y="52248"/>
            <a:ext cx="2299063" cy="79683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smtClean="0"/>
              <a:t>Sem Cadastro</a:t>
            </a:r>
            <a:endParaRPr lang="pt-BR" b="1" dirty="0"/>
          </a:p>
        </p:txBody>
      </p:sp>
      <p:sp>
        <p:nvSpPr>
          <p:cNvPr id="6" name="Elipse 5"/>
          <p:cNvSpPr/>
          <p:nvPr/>
        </p:nvSpPr>
        <p:spPr>
          <a:xfrm>
            <a:off x="9590149" y="2033452"/>
            <a:ext cx="2299063" cy="796835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smtClean="0"/>
              <a:t>Cadastrado Liberado</a:t>
            </a:r>
            <a:endParaRPr lang="pt-BR" b="1" dirty="0"/>
          </a:p>
        </p:txBody>
      </p:sp>
      <p:sp>
        <p:nvSpPr>
          <p:cNvPr id="7" name="Elipse 6"/>
          <p:cNvSpPr/>
          <p:nvPr/>
        </p:nvSpPr>
        <p:spPr>
          <a:xfrm>
            <a:off x="9766500" y="4273453"/>
            <a:ext cx="2299063" cy="79683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smtClean="0"/>
              <a:t>Cadastrado Bloqueado</a:t>
            </a:r>
            <a:endParaRPr lang="pt-BR" b="1" dirty="0"/>
          </a:p>
        </p:txBody>
      </p:sp>
      <p:sp>
        <p:nvSpPr>
          <p:cNvPr id="8" name="CaixaDeTexto 7"/>
          <p:cNvSpPr txBox="1"/>
          <p:nvPr/>
        </p:nvSpPr>
        <p:spPr>
          <a:xfrm>
            <a:off x="10034289" y="834121"/>
            <a:ext cx="17634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>
                <a:solidFill>
                  <a:schemeClr val="bg1"/>
                </a:solidFill>
              </a:rPr>
              <a:t>Não pode Comprar</a:t>
            </a:r>
          </a:p>
          <a:p>
            <a:r>
              <a:rPr lang="pt-BR" sz="1200" b="1" dirty="0" smtClean="0">
                <a:solidFill>
                  <a:schemeClr val="bg1"/>
                </a:solidFill>
              </a:rPr>
              <a:t>Não Pode Vender</a:t>
            </a:r>
          </a:p>
          <a:p>
            <a:r>
              <a:rPr lang="pt-BR" sz="1200" b="1" dirty="0" smtClean="0">
                <a:solidFill>
                  <a:schemeClr val="bg1"/>
                </a:solidFill>
              </a:rPr>
              <a:t>Não pode Fazer Proposta</a:t>
            </a:r>
            <a:endParaRPr lang="pt-BR" sz="1200" b="1" dirty="0">
              <a:solidFill>
                <a:schemeClr val="bg1"/>
              </a:solidFill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10215162" y="2848266"/>
            <a:ext cx="15414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bg1"/>
                </a:solidFill>
              </a:rPr>
              <a:t>P</a:t>
            </a:r>
            <a:r>
              <a:rPr lang="pt-BR" sz="1200" b="1" dirty="0" smtClean="0">
                <a:solidFill>
                  <a:schemeClr val="bg1"/>
                </a:solidFill>
              </a:rPr>
              <a:t>ode Comprar</a:t>
            </a:r>
          </a:p>
          <a:p>
            <a:r>
              <a:rPr lang="pt-BR" sz="1200" b="1" dirty="0" smtClean="0">
                <a:solidFill>
                  <a:schemeClr val="bg1"/>
                </a:solidFill>
              </a:rPr>
              <a:t>Pode Vender</a:t>
            </a:r>
          </a:p>
          <a:p>
            <a:r>
              <a:rPr lang="pt-BR" sz="1200" b="1" dirty="0">
                <a:solidFill>
                  <a:schemeClr val="bg1"/>
                </a:solidFill>
              </a:rPr>
              <a:t>P</a:t>
            </a:r>
            <a:r>
              <a:rPr lang="pt-BR" sz="1200" b="1" dirty="0" smtClean="0">
                <a:solidFill>
                  <a:schemeClr val="bg1"/>
                </a:solidFill>
              </a:rPr>
              <a:t>ode Fazer Proposta</a:t>
            </a:r>
            <a:endParaRPr lang="pt-BR" sz="1200" b="1" dirty="0">
              <a:solidFill>
                <a:schemeClr val="bg1"/>
              </a:solidFill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10186688" y="5088267"/>
            <a:ext cx="219891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 smtClean="0">
                <a:solidFill>
                  <a:srgbClr val="FF0000"/>
                </a:solidFill>
              </a:rPr>
              <a:t>SO VÊ TELA PRINCIPAL </a:t>
            </a:r>
          </a:p>
          <a:p>
            <a:r>
              <a:rPr lang="pt-BR" sz="1200" b="1" dirty="0" smtClean="0">
                <a:solidFill>
                  <a:schemeClr val="bg1"/>
                </a:solidFill>
              </a:rPr>
              <a:t>Não pode Comprar</a:t>
            </a:r>
          </a:p>
          <a:p>
            <a:r>
              <a:rPr lang="pt-BR" sz="1200" b="1" dirty="0" smtClean="0">
                <a:solidFill>
                  <a:schemeClr val="bg1"/>
                </a:solidFill>
              </a:rPr>
              <a:t>Não Pode Vender</a:t>
            </a:r>
          </a:p>
          <a:p>
            <a:r>
              <a:rPr lang="pt-BR" sz="1200" b="1" dirty="0" smtClean="0">
                <a:solidFill>
                  <a:schemeClr val="bg1"/>
                </a:solidFill>
              </a:rPr>
              <a:t>Não pode Fazer Proposta</a:t>
            </a:r>
            <a:endParaRPr lang="pt-BR" sz="1200" b="1" dirty="0">
              <a:solidFill>
                <a:schemeClr val="bg1"/>
              </a:solidFill>
            </a:endParaRPr>
          </a:p>
        </p:txBody>
      </p:sp>
      <p:sp>
        <p:nvSpPr>
          <p:cNvPr id="14" name="Seta para Baixo 13"/>
          <p:cNvSpPr/>
          <p:nvPr/>
        </p:nvSpPr>
        <p:spPr>
          <a:xfrm>
            <a:off x="1034839" y="1005339"/>
            <a:ext cx="770708" cy="95141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lipse 3"/>
          <p:cNvSpPr/>
          <p:nvPr/>
        </p:nvSpPr>
        <p:spPr>
          <a:xfrm>
            <a:off x="543616" y="52249"/>
            <a:ext cx="1753155" cy="142820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smtClean="0"/>
              <a:t>SERVIDOR</a:t>
            </a:r>
            <a:endParaRPr lang="pt-BR" b="1" dirty="0"/>
          </a:p>
        </p:txBody>
      </p:sp>
      <p:sp>
        <p:nvSpPr>
          <p:cNvPr id="15" name="CaixaDeTexto 14"/>
          <p:cNvSpPr txBox="1"/>
          <p:nvPr/>
        </p:nvSpPr>
        <p:spPr>
          <a:xfrm>
            <a:off x="225084" y="1993646"/>
            <a:ext cx="4515728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>
                <a:solidFill>
                  <a:schemeClr val="bg1"/>
                </a:solidFill>
              </a:rPr>
              <a:t>var  AUTORIZACAO =  ?</a:t>
            </a:r>
          </a:p>
          <a:p>
            <a:endParaRPr lang="pt-BR" sz="1200" b="1" dirty="0">
              <a:solidFill>
                <a:schemeClr val="bg1"/>
              </a:solidFill>
            </a:endParaRPr>
          </a:p>
          <a:p>
            <a:r>
              <a:rPr lang="pt-BR" sz="1200" dirty="0" err="1" smtClean="0">
                <a:solidFill>
                  <a:schemeClr val="bg1"/>
                </a:solidFill>
              </a:rPr>
              <a:t>If</a:t>
            </a:r>
            <a:r>
              <a:rPr lang="pt-BR" sz="1200" dirty="0" smtClean="0">
                <a:solidFill>
                  <a:schemeClr val="bg1"/>
                </a:solidFill>
              </a:rPr>
              <a:t>(</a:t>
            </a:r>
            <a:r>
              <a:rPr lang="pt-BR" sz="1200" b="1" dirty="0" smtClean="0">
                <a:solidFill>
                  <a:schemeClr val="bg1"/>
                </a:solidFill>
              </a:rPr>
              <a:t>AUTORIZACAO =</a:t>
            </a:r>
            <a:r>
              <a:rPr lang="pt-BR" sz="1200" dirty="0" smtClean="0">
                <a:solidFill>
                  <a:schemeClr val="bg1"/>
                </a:solidFill>
              </a:rPr>
              <a:t>  “ </a:t>
            </a:r>
            <a:r>
              <a:rPr lang="pt-BR" sz="1200" dirty="0" smtClean="0">
                <a:solidFill>
                  <a:srgbClr val="FFC000"/>
                </a:solidFill>
              </a:rPr>
              <a:t>SEM_TELEFONE_USUARIO</a:t>
            </a:r>
            <a:r>
              <a:rPr lang="pt-BR" sz="1200" dirty="0" smtClean="0">
                <a:solidFill>
                  <a:schemeClr val="bg1"/>
                </a:solidFill>
              </a:rPr>
              <a:t>”){</a:t>
            </a:r>
          </a:p>
          <a:p>
            <a:endParaRPr lang="pt-BR" sz="1200" dirty="0" smtClean="0">
              <a:solidFill>
                <a:schemeClr val="bg1"/>
              </a:solidFill>
            </a:endParaRPr>
          </a:p>
          <a:p>
            <a:r>
              <a:rPr lang="pt-BR" sz="1200" b="1" dirty="0" smtClean="0">
                <a:solidFill>
                  <a:srgbClr val="00B0F0"/>
                </a:solidFill>
              </a:rPr>
              <a:t>         </a:t>
            </a:r>
            <a:r>
              <a:rPr lang="pt-BR" sz="1200" b="1" dirty="0" err="1" smtClean="0">
                <a:solidFill>
                  <a:srgbClr val="00B0F0"/>
                </a:solidFill>
              </a:rPr>
              <a:t>return</a:t>
            </a:r>
            <a:r>
              <a:rPr lang="pt-BR" sz="1200" b="1" dirty="0" smtClean="0">
                <a:solidFill>
                  <a:srgbClr val="00B0F0"/>
                </a:solidFill>
              </a:rPr>
              <a:t>  response(</a:t>
            </a:r>
            <a:r>
              <a:rPr lang="pt-BR" sz="1200" dirty="0" smtClean="0">
                <a:solidFill>
                  <a:srgbClr val="FFC000"/>
                </a:solidFill>
              </a:rPr>
              <a:t>”SEM_TELEFONE_USUARIO”</a:t>
            </a:r>
            <a:r>
              <a:rPr lang="pt-BR" sz="1200" dirty="0" smtClean="0">
                <a:solidFill>
                  <a:srgbClr val="00B0F0"/>
                </a:solidFill>
              </a:rPr>
              <a:t>)</a:t>
            </a:r>
            <a:endParaRPr lang="pt-BR" sz="1200" b="1" dirty="0">
              <a:solidFill>
                <a:srgbClr val="00B0F0"/>
              </a:solidFill>
            </a:endParaRPr>
          </a:p>
          <a:p>
            <a:endParaRPr lang="pt-BR" sz="1200" dirty="0" smtClean="0">
              <a:solidFill>
                <a:schemeClr val="bg1"/>
              </a:solidFill>
            </a:endParaRPr>
          </a:p>
          <a:p>
            <a:r>
              <a:rPr lang="pt-BR" sz="1200" dirty="0" smtClean="0">
                <a:solidFill>
                  <a:schemeClr val="bg1"/>
                </a:solidFill>
              </a:rPr>
              <a:t>}</a:t>
            </a:r>
            <a:r>
              <a:rPr lang="pt-BR" sz="1200" dirty="0" err="1" smtClean="0">
                <a:solidFill>
                  <a:schemeClr val="bg1"/>
                </a:solidFill>
              </a:rPr>
              <a:t>else</a:t>
            </a:r>
            <a:r>
              <a:rPr lang="pt-BR" sz="1200" dirty="0" smtClean="0">
                <a:solidFill>
                  <a:schemeClr val="bg1"/>
                </a:solidFill>
              </a:rPr>
              <a:t>{</a:t>
            </a:r>
            <a:endParaRPr lang="pt-BR" sz="1200" dirty="0">
              <a:solidFill>
                <a:schemeClr val="bg1"/>
              </a:solidFill>
            </a:endParaRPr>
          </a:p>
          <a:p>
            <a:endParaRPr lang="pt-BR" sz="1200" dirty="0" smtClean="0">
              <a:solidFill>
                <a:schemeClr val="bg1"/>
              </a:solidFill>
            </a:endParaRPr>
          </a:p>
          <a:p>
            <a:r>
              <a:rPr lang="pt-BR" sz="1200" b="1" dirty="0" smtClean="0">
                <a:solidFill>
                  <a:schemeClr val="bg1"/>
                </a:solidFill>
              </a:rPr>
              <a:t>          AUTORIZACAO = </a:t>
            </a:r>
            <a:r>
              <a:rPr lang="pt-BR" sz="1200" b="1" dirty="0" smtClean="0">
                <a:solidFill>
                  <a:srgbClr val="7030A0"/>
                </a:solidFill>
              </a:rPr>
              <a:t>VERIFICAR_AUTORIZACAO(</a:t>
            </a:r>
            <a:r>
              <a:rPr lang="pt-BR" sz="1200" b="1" dirty="0" smtClean="0">
                <a:solidFill>
                  <a:schemeClr val="bg1"/>
                </a:solidFill>
              </a:rPr>
              <a:t>AUTORIZACAO</a:t>
            </a:r>
            <a:r>
              <a:rPr lang="pt-BR" sz="1200" b="1" dirty="0" smtClean="0">
                <a:solidFill>
                  <a:srgbClr val="7030A0"/>
                </a:solidFill>
              </a:rPr>
              <a:t>)</a:t>
            </a:r>
            <a:r>
              <a:rPr lang="pt-BR" sz="1200" b="1" dirty="0" smtClean="0">
                <a:solidFill>
                  <a:schemeClr val="bg1"/>
                </a:solidFill>
              </a:rPr>
              <a:t>;</a:t>
            </a:r>
          </a:p>
          <a:p>
            <a:endParaRPr lang="pt-BR" sz="1200" dirty="0">
              <a:solidFill>
                <a:schemeClr val="bg1"/>
              </a:solidFill>
            </a:endParaRPr>
          </a:p>
          <a:p>
            <a:endParaRPr lang="pt-BR" sz="1200" dirty="0" smtClean="0">
              <a:solidFill>
                <a:schemeClr val="bg1"/>
              </a:solidFill>
            </a:endParaRPr>
          </a:p>
          <a:p>
            <a:r>
              <a:rPr lang="pt-BR" sz="1200" dirty="0" smtClean="0">
                <a:solidFill>
                  <a:schemeClr val="bg1"/>
                </a:solidFill>
              </a:rPr>
              <a:t>          </a:t>
            </a:r>
            <a:r>
              <a:rPr lang="pt-BR" sz="1200" dirty="0" err="1" smtClean="0">
                <a:solidFill>
                  <a:schemeClr val="bg1"/>
                </a:solidFill>
              </a:rPr>
              <a:t>If</a:t>
            </a:r>
            <a:r>
              <a:rPr lang="pt-BR" sz="1200" dirty="0" smtClean="0">
                <a:solidFill>
                  <a:schemeClr val="bg1"/>
                </a:solidFill>
              </a:rPr>
              <a:t>(</a:t>
            </a:r>
            <a:r>
              <a:rPr lang="pt-BR" sz="1200" b="1" dirty="0" smtClean="0">
                <a:solidFill>
                  <a:schemeClr val="bg1"/>
                </a:solidFill>
              </a:rPr>
              <a:t>AUTORIZACAO =</a:t>
            </a:r>
            <a:r>
              <a:rPr lang="pt-BR" sz="1200" dirty="0" smtClean="0">
                <a:solidFill>
                  <a:schemeClr val="bg1"/>
                </a:solidFill>
              </a:rPr>
              <a:t>  “ </a:t>
            </a:r>
            <a:r>
              <a:rPr lang="pt-BR" sz="1200" b="1" dirty="0" smtClean="0">
                <a:solidFill>
                  <a:srgbClr val="00B050"/>
                </a:solidFill>
              </a:rPr>
              <a:t>LIBERADO</a:t>
            </a:r>
            <a:r>
              <a:rPr lang="pt-BR" sz="1200" dirty="0" smtClean="0">
                <a:solidFill>
                  <a:schemeClr val="bg1"/>
                </a:solidFill>
              </a:rPr>
              <a:t>”){</a:t>
            </a:r>
          </a:p>
          <a:p>
            <a:endParaRPr lang="pt-BR" sz="1200" dirty="0" smtClean="0">
              <a:solidFill>
                <a:schemeClr val="bg1"/>
              </a:solidFill>
            </a:endParaRPr>
          </a:p>
          <a:p>
            <a:r>
              <a:rPr lang="pt-BR" sz="1200" b="1" dirty="0" smtClean="0">
                <a:solidFill>
                  <a:srgbClr val="00B0F0"/>
                </a:solidFill>
              </a:rPr>
              <a:t>                     </a:t>
            </a:r>
            <a:r>
              <a:rPr lang="pt-BR" sz="1200" b="1" dirty="0" err="1" smtClean="0">
                <a:solidFill>
                  <a:srgbClr val="00B0F0"/>
                </a:solidFill>
              </a:rPr>
              <a:t>return</a:t>
            </a:r>
            <a:r>
              <a:rPr lang="pt-BR" sz="1200" b="1" dirty="0" smtClean="0">
                <a:solidFill>
                  <a:srgbClr val="00B0F0"/>
                </a:solidFill>
              </a:rPr>
              <a:t>  response(</a:t>
            </a:r>
            <a:r>
              <a:rPr lang="pt-BR" sz="1200" dirty="0" smtClean="0">
                <a:solidFill>
                  <a:srgbClr val="00B050"/>
                </a:solidFill>
              </a:rPr>
              <a:t>”</a:t>
            </a:r>
            <a:r>
              <a:rPr lang="pt-BR" sz="1200" b="1" dirty="0" smtClean="0">
                <a:solidFill>
                  <a:srgbClr val="00B050"/>
                </a:solidFill>
              </a:rPr>
              <a:t>LIBERADO</a:t>
            </a:r>
            <a:r>
              <a:rPr lang="pt-BR" sz="1200" dirty="0" smtClean="0">
                <a:solidFill>
                  <a:srgbClr val="00B050"/>
                </a:solidFill>
              </a:rPr>
              <a:t>”</a:t>
            </a:r>
            <a:r>
              <a:rPr lang="pt-BR" sz="1200" dirty="0" smtClean="0">
                <a:solidFill>
                  <a:srgbClr val="00B0F0"/>
                </a:solidFill>
              </a:rPr>
              <a:t>);</a:t>
            </a:r>
            <a:endParaRPr lang="pt-BR" sz="1200" b="1" dirty="0" smtClean="0">
              <a:solidFill>
                <a:srgbClr val="00B0F0"/>
              </a:solidFill>
            </a:endParaRPr>
          </a:p>
          <a:p>
            <a:endParaRPr lang="pt-BR" sz="1200" dirty="0" smtClean="0">
              <a:solidFill>
                <a:schemeClr val="bg1"/>
              </a:solidFill>
            </a:endParaRPr>
          </a:p>
          <a:p>
            <a:r>
              <a:rPr lang="pt-BR" sz="1200" dirty="0" smtClean="0">
                <a:solidFill>
                  <a:schemeClr val="bg1"/>
                </a:solidFill>
              </a:rPr>
              <a:t>          }</a:t>
            </a:r>
            <a:r>
              <a:rPr lang="pt-BR" sz="1200" dirty="0" err="1" smtClean="0">
                <a:solidFill>
                  <a:schemeClr val="bg1"/>
                </a:solidFill>
              </a:rPr>
              <a:t>else</a:t>
            </a:r>
            <a:r>
              <a:rPr lang="pt-BR" sz="1200" dirty="0" smtClean="0">
                <a:solidFill>
                  <a:schemeClr val="bg1"/>
                </a:solidFill>
              </a:rPr>
              <a:t>  </a:t>
            </a:r>
            <a:r>
              <a:rPr lang="pt-BR" sz="1200" dirty="0" err="1" smtClean="0">
                <a:solidFill>
                  <a:schemeClr val="bg1"/>
                </a:solidFill>
              </a:rPr>
              <a:t>If</a:t>
            </a:r>
            <a:r>
              <a:rPr lang="pt-BR" sz="1200" dirty="0" smtClean="0">
                <a:solidFill>
                  <a:schemeClr val="bg1"/>
                </a:solidFill>
              </a:rPr>
              <a:t>(</a:t>
            </a:r>
            <a:r>
              <a:rPr lang="pt-BR" sz="1200" b="1" dirty="0" smtClean="0">
                <a:solidFill>
                  <a:schemeClr val="bg1"/>
                </a:solidFill>
              </a:rPr>
              <a:t>AUTORIZACAO =</a:t>
            </a:r>
            <a:r>
              <a:rPr lang="pt-BR" sz="1200" dirty="0" smtClean="0">
                <a:solidFill>
                  <a:schemeClr val="bg1"/>
                </a:solidFill>
              </a:rPr>
              <a:t>  “ </a:t>
            </a:r>
            <a:r>
              <a:rPr lang="pt-BR" sz="1200" b="1" dirty="0" smtClean="0">
                <a:solidFill>
                  <a:srgbClr val="FF0000"/>
                </a:solidFill>
              </a:rPr>
              <a:t>BLOQUEADO</a:t>
            </a:r>
            <a:r>
              <a:rPr lang="pt-BR" sz="1200" dirty="0" smtClean="0">
                <a:solidFill>
                  <a:schemeClr val="bg1"/>
                </a:solidFill>
              </a:rPr>
              <a:t>”){</a:t>
            </a:r>
          </a:p>
          <a:p>
            <a:endParaRPr lang="pt-BR" sz="1200" dirty="0" smtClean="0">
              <a:solidFill>
                <a:schemeClr val="bg1"/>
              </a:solidFill>
            </a:endParaRPr>
          </a:p>
          <a:p>
            <a:endParaRPr lang="pt-BR" sz="1200" dirty="0" smtClean="0">
              <a:solidFill>
                <a:schemeClr val="bg1"/>
              </a:solidFill>
            </a:endParaRPr>
          </a:p>
          <a:p>
            <a:r>
              <a:rPr lang="pt-BR" sz="1200" b="1" dirty="0" smtClean="0">
                <a:solidFill>
                  <a:srgbClr val="00B0F0"/>
                </a:solidFill>
              </a:rPr>
              <a:t>                  </a:t>
            </a:r>
            <a:r>
              <a:rPr lang="pt-BR" sz="1200" b="1" dirty="0" err="1" smtClean="0">
                <a:solidFill>
                  <a:srgbClr val="00B0F0"/>
                </a:solidFill>
              </a:rPr>
              <a:t>return</a:t>
            </a:r>
            <a:r>
              <a:rPr lang="pt-BR" sz="1200" b="1" dirty="0" smtClean="0">
                <a:solidFill>
                  <a:srgbClr val="00B0F0"/>
                </a:solidFill>
              </a:rPr>
              <a:t>  response(</a:t>
            </a:r>
            <a:r>
              <a:rPr lang="pt-BR" sz="1200" dirty="0" smtClean="0">
                <a:solidFill>
                  <a:srgbClr val="FF0000"/>
                </a:solidFill>
              </a:rPr>
              <a:t>”</a:t>
            </a:r>
            <a:r>
              <a:rPr lang="pt-BR" sz="1200" b="1" dirty="0" smtClean="0">
                <a:solidFill>
                  <a:srgbClr val="FF0000"/>
                </a:solidFill>
              </a:rPr>
              <a:t> BLOQUEADO</a:t>
            </a:r>
            <a:r>
              <a:rPr lang="pt-BR" sz="1200" dirty="0" smtClean="0">
                <a:solidFill>
                  <a:srgbClr val="FF0000"/>
                </a:solidFill>
              </a:rPr>
              <a:t>”</a:t>
            </a:r>
            <a:r>
              <a:rPr lang="pt-BR" sz="1200" dirty="0" smtClean="0">
                <a:solidFill>
                  <a:srgbClr val="00B0F0"/>
                </a:solidFill>
              </a:rPr>
              <a:t>);</a:t>
            </a:r>
            <a:endParaRPr lang="pt-BR" sz="1200" b="1" dirty="0" smtClean="0">
              <a:solidFill>
                <a:srgbClr val="00B0F0"/>
              </a:solidFill>
            </a:endParaRPr>
          </a:p>
          <a:p>
            <a:endParaRPr lang="pt-BR" sz="1200" dirty="0" smtClean="0">
              <a:solidFill>
                <a:schemeClr val="bg1"/>
              </a:solidFill>
            </a:endParaRPr>
          </a:p>
          <a:p>
            <a:r>
              <a:rPr lang="pt-BR" sz="1200" dirty="0" smtClean="0">
                <a:solidFill>
                  <a:schemeClr val="bg1"/>
                </a:solidFill>
              </a:rPr>
              <a:t>          }</a:t>
            </a:r>
          </a:p>
          <a:p>
            <a:endParaRPr lang="pt-BR" sz="1200" dirty="0">
              <a:solidFill>
                <a:schemeClr val="bg1"/>
              </a:solidFill>
            </a:endParaRPr>
          </a:p>
          <a:p>
            <a:r>
              <a:rPr lang="pt-BR" sz="1200" dirty="0" smtClean="0">
                <a:solidFill>
                  <a:schemeClr val="bg1"/>
                </a:solidFill>
              </a:rPr>
              <a:t>}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6" name="CaixaDeTexto 15"/>
          <p:cNvSpPr txBox="1"/>
          <p:nvPr/>
        </p:nvSpPr>
        <p:spPr>
          <a:xfrm>
            <a:off x="4740812" y="4163471"/>
            <a:ext cx="3390314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b="1" dirty="0" smtClean="0">
                <a:solidFill>
                  <a:schemeClr val="bg1"/>
                </a:solidFill>
              </a:rPr>
              <a:t>VERIFICAR_AUTORIZACAO(){</a:t>
            </a:r>
          </a:p>
          <a:p>
            <a:endParaRPr lang="pt-BR" sz="1500" b="1" dirty="0" smtClean="0">
              <a:solidFill>
                <a:schemeClr val="bg1"/>
              </a:solidFill>
            </a:endParaRPr>
          </a:p>
          <a:p>
            <a:r>
              <a:rPr lang="pt-BR" sz="1500" b="1" dirty="0" smtClean="0">
                <a:solidFill>
                  <a:srgbClr val="FFFF00"/>
                </a:solidFill>
              </a:rPr>
              <a:t>SELECT </a:t>
            </a:r>
            <a:endParaRPr lang="pt-BR" sz="1500" b="1" dirty="0">
              <a:solidFill>
                <a:srgbClr val="FFFF00"/>
              </a:solidFill>
            </a:endParaRPr>
          </a:p>
          <a:p>
            <a:endParaRPr lang="pt-BR" sz="1500" b="1" dirty="0" smtClean="0">
              <a:solidFill>
                <a:schemeClr val="bg1"/>
              </a:solidFill>
            </a:endParaRPr>
          </a:p>
          <a:p>
            <a:r>
              <a:rPr lang="pt-BR" sz="1500" b="1" dirty="0">
                <a:solidFill>
                  <a:schemeClr val="bg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476526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</TotalTime>
  <Words>94</Words>
  <Application>Microsoft Office PowerPoint</Application>
  <PresentationFormat>Widescreen</PresentationFormat>
  <Paragraphs>42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Edersonfc</dc:creator>
  <cp:lastModifiedBy>Edersonfc</cp:lastModifiedBy>
  <cp:revision>19</cp:revision>
  <dcterms:created xsi:type="dcterms:W3CDTF">2021-05-04T16:23:31Z</dcterms:created>
  <dcterms:modified xsi:type="dcterms:W3CDTF">2021-05-04T21:43:18Z</dcterms:modified>
</cp:coreProperties>
</file>